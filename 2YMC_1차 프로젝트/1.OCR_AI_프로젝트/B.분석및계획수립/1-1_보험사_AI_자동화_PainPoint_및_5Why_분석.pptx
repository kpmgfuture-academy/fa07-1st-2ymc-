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isHUFu0pEkWFgutjbZzyZIxEOc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D5DE60-F12E-4666-A24E-2519ACFB6C88}">
  <a:tblStyle styleId="{AFD5DE60-F12E-4666-A24E-2519ACFB6C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492282" y="2130425"/>
            <a:ext cx="8159436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보험사 AI 자동화 Pain Point 분석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OCR + LLM 기반 보험금 청구 자동화 사례 및 5Why 분석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보험사 Pain Point List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574850" y="2089954"/>
            <a:ext cx="8229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보험 도메인 주요 Pain Points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1️⃣ 보험금 청구: 고객이 수기로 서류를 업로드해야 하고, 담당자가 일일이 확인해야 함</a:t>
            </a:r>
            <a:endParaRPr/>
          </a:p>
          <a:p>
            <a:pPr indent="0" lvl="1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2️⃣ 고객 응대: 단순·반복 문의가 많아 상담원 피로도가 높음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3️⃣ 보험 심사: 의료 서류 해석과 데이터 입력에 많은 시간이 소요됨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4️⃣ 업무 보고: 일일/주간 보고서 수작업 작성으로 효율성 저하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보험사 Pain Point 세부 분석</a:t>
            </a:r>
            <a:endParaRPr sz="3600"/>
          </a:p>
        </p:txBody>
      </p:sp>
      <p:graphicFrame>
        <p:nvGraphicFramePr>
          <p:cNvPr id="97" name="Google Shape;97;p3"/>
          <p:cNvGraphicFramePr/>
          <p:nvPr/>
        </p:nvGraphicFramePr>
        <p:xfrm>
          <a:off x="457199" y="19102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{AFD5DE60-F12E-4666-A24E-2519ACFB6C88}</a:tableStyleId>
              </a:tblPr>
              <a:tblGrid>
                <a:gridCol w="2074375"/>
                <a:gridCol w="2074375"/>
                <a:gridCol w="2074375"/>
                <a:gridCol w="2074375"/>
              </a:tblGrid>
              <a:tr h="33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구분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A0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Pain Point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A0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원인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A0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적용 기술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A0C7"/>
                    </a:solidFill>
                  </a:tcPr>
                </a:tc>
              </a:tr>
              <a:tr h="70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보험금 청구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수기 입력, 서류 누락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OCR/자동 분류 시스템 미도입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OCR + LLM 문서 분류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고객 응대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반복 문의 대응 부담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FAQ 자동화 미흡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ChatGPT 기반 챗봇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보험 심사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의료 문서 판독 지연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비정형 데이터 처리 한계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LLM 기반 문서 요약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업무 보고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보고서 작성 비효율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자동화 시스템 부재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GPT 기반 자동 리포트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5Why 분석 – 보험금 청구 자동화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536280" y="1866824"/>
            <a:ext cx="8071440" cy="2760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1️⃣ 왜? 보험금 청구 시 수기로 서류를 입력해야 한다.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2️⃣ 왜? 보험 서류의 비정형 데이터(의료 진단서, 영수증 등)를 시스템이 인식하지 못한다.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3️⃣ 왜? OCR 기술은 문자 인식까지만 가능하고 문맥 이해가 어렵다.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4️⃣ 왜? 자연어 처리 및 LLM 기술이 결합되지 않아 문서 의미 분석이 불가능하다.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5️⃣ 왜? AI + OCR 통합 시스템이 보험금 청구 프로세스에 표준화되어 있지 않다.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근본 원인 및 자동화 제안</a:t>
            </a:r>
            <a:endParaRPr sz="3600"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✅ 근본 원인: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비정형 문서 데이터를 이해하고 분류하는 AI 문서 인식 기술 부재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💡 자동화 제안: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   • OCR (Google Vision, Tesseract)으로 문자 추출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   • LLM (ChatGPT API)로 문서 분류 및 청구 항목 자동 매칭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   • ERP/보험금 청구 시스템으로 자동 전송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Admin</dc:creator>
</cp:coreProperties>
</file>